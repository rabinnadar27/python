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32" autoAdjust="0"/>
  </p:normalViewPr>
  <p:slideViewPr>
    <p:cSldViewPr snapToGrid="0">
      <p:cViewPr varScale="1">
        <p:scale>
          <a:sx n="54" d="100"/>
          <a:sy n="54" d="100"/>
        </p:scale>
        <p:origin x="74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28-Jul-23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28-Jul-23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38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8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C47B699-08C0-4851-8BAE-384C14E4E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6050" y="1079500"/>
            <a:ext cx="3884962" cy="2138400"/>
          </a:xfrm>
        </p:spPr>
        <p:txBody>
          <a:bodyPr anchor="b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84917A2-B37A-4655-9D10-50C6FD698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6051" y="4113213"/>
            <a:ext cx="3884961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i="1"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EE5317-4FED-4CB5-85EE-6DAD46C28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438531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22C5EA6D-CE5E-44F2-95E5-1E87F504AD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539750"/>
            <a:ext cx="6670675" cy="575945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312471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4426782" cy="1331637"/>
          </a:xfrm>
        </p:spPr>
        <p:txBody>
          <a:bodyPr anchor="b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759076"/>
            <a:ext cx="4460874" cy="3009899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6A17A7B9-79E8-403B-A59F-FC5E1C5034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12013" y="539750"/>
            <a:ext cx="4438650" cy="27543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1" name="Picture Placeholder 17">
            <a:extLst>
              <a:ext uri="{FF2B5EF4-FFF2-40B4-BE49-F238E27FC236}">
                <a16:creationId xmlns:a16="http://schemas.microsoft.com/office/drawing/2014/main" id="{F2DFBA6D-4E5F-452E-AB45-0AE0600C5F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12014" y="3563687"/>
            <a:ext cx="4438650" cy="27543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7593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C2262EB2-92F3-45D5-977D-A254F9DC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0" y="1011237"/>
            <a:ext cx="6120000" cy="860400"/>
          </a:xfrm>
        </p:spPr>
        <p:txBody>
          <a:bodyPr anchor="b" anchorCtr="0"/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08B7B76C-AD95-41C0-859E-9A612EE3EB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870325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F4E51F-526D-47C7-B091-D47773C1F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774750" y="2310207"/>
            <a:ext cx="540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E4FE061B-0356-4C6F-A2CA-12D48BE34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0" y="2759076"/>
            <a:ext cx="6121400" cy="3009899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9" name="Date Placeholder 3">
            <a:extLst>
              <a:ext uri="{FF2B5EF4-FFF2-40B4-BE49-F238E27FC236}">
                <a16:creationId xmlns:a16="http://schemas.microsoft.com/office/drawing/2014/main" id="{C9AB8836-3239-49B5-AB6F-4AF85F1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20XX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77EAD6AC-E509-49A1-8E38-1CABD458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B689B03B-F230-4530-8C09-EFB81723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23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D0C49A9B-EBDE-4047-884B-0860623D6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1" y="1089025"/>
            <a:ext cx="6118224" cy="1532951"/>
          </a:xfrm>
        </p:spPr>
        <p:txBody>
          <a:bodyPr anchor="b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Subtitle 7">
            <a:extLst>
              <a:ext uri="{FF2B5EF4-FFF2-40B4-BE49-F238E27FC236}">
                <a16:creationId xmlns:a16="http://schemas.microsoft.com/office/drawing/2014/main" id="{33C29AD8-5547-4B1E-8E14-63A01F6B9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48000"/>
            <a:ext cx="5016500" cy="1520975"/>
          </a:xfrm>
        </p:spPr>
        <p:txBody>
          <a:bodyPr>
            <a:normAutofit/>
          </a:bodyPr>
          <a:lstStyle>
            <a:lvl1pPr marL="0" indent="0" algn="ctr">
              <a:buNone/>
              <a:defRPr sz="2400" i="1"/>
            </a:lvl1pPr>
          </a:lstStyle>
          <a:p>
            <a:endParaRPr lang="en-US" dirty="0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9CD77F7-3095-4517-B300-DE93875DE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29613" y="0"/>
            <a:ext cx="3862387" cy="2286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6" name="Picture Placeholder 31">
            <a:extLst>
              <a:ext uri="{FF2B5EF4-FFF2-40B4-BE49-F238E27FC236}">
                <a16:creationId xmlns:a16="http://schemas.microsoft.com/office/drawing/2014/main" id="{F31ECFCC-4520-48AB-A8A1-AF9FC0C055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29200" y="2286000"/>
            <a:ext cx="3862387" cy="2286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Picture Placeholder 31">
            <a:extLst>
              <a:ext uri="{FF2B5EF4-FFF2-40B4-BE49-F238E27FC236}">
                <a16:creationId xmlns:a16="http://schemas.microsoft.com/office/drawing/2014/main" id="{0FDBD13C-46E7-4BB9-957D-DE2A592552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329200" y="4572000"/>
            <a:ext cx="3862387" cy="2286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B40728-32E0-44CE-8C68-1E68245C2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00874" y="3035186"/>
            <a:ext cx="1481845" cy="787628"/>
            <a:chOff x="4987925" y="2840038"/>
            <a:chExt cx="2216150" cy="117792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A6D99A-68F3-4E08-BB89-083CE0299CE2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B4F5556-21F4-4E26-9504-49ADE7D84749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E1118C-DFA4-410C-961C-BE0488441C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A8ECE6-B3E3-4761-A6AD-711AF71EEA0D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B1F0E3F-4B5E-4F5B-93A6-CE1017521BF1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20599F0-ACFC-4223-A598-8FFAF21406AB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6703144-DA66-4EFB-B790-4E044756FF37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63371BE5-97EB-4365-8EDA-4C634155E79F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33C4D53-A668-4609-B338-E2D33C24A811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487C5A9-C4B3-4A68-8DFB-43F4CDB40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2E4A2F3-57A7-4529-A621-A36F1E777A4E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1482263E-6A78-46B7-8AB8-845C9C9103B4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C7B34F9-7954-4950-ABEA-DDBFF4A4C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82938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0C57E2F-CF72-48C4-856E-92187475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531815"/>
            <a:ext cx="10026650" cy="91031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4553B0-7C73-46E8-9FC4-383280D1C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93832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44832F9-70D2-44CF-ABB6-82AEA0FA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954CB3D-A29B-4523-A51B-9BBDA540F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88D83C5-3820-4BD6-AFF4-74306090A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97F15-FEA9-40D4-BDB0-13A77FECA87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4550" y="2319338"/>
            <a:ext cx="10502900" cy="37179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2825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1404-6040-436F-A4F1-5A505FA30E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82650" y="2441575"/>
            <a:ext cx="10426700" cy="3479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5ABF0D4-6E3E-4B6A-9402-0B1819B2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531815"/>
            <a:ext cx="10026650" cy="91031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AB4820-09C0-4A6A-9DEF-D377D04A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893832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5B58DA2-1433-4624-A301-D9496CB2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28E4701-5991-4858-AE71-47400E64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C430A52-01FF-4B61-8B7A-C60A8D06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05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8FC32C6-4CA8-4D0A-96AC-76733C2BC7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7" y="542924"/>
            <a:ext cx="11109663" cy="577239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6D5E1-C594-4160-9367-2B471F6C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00" y="552841"/>
            <a:ext cx="11109663" cy="3560127"/>
          </a:xfrm>
          <a:gradFill flip="none" rotWithShape="0">
            <a:gsLst>
              <a:gs pos="0">
                <a:schemeClr val="bg1">
                  <a:alpha val="57000"/>
                </a:schemeClr>
              </a:gs>
              <a:gs pos="8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lIns="1554480" rIns="1554480" bIns="914400" anchor="b"/>
          <a:lstStyle>
            <a:lvl1pPr algn="ctr">
              <a:lnSpc>
                <a:spcPct val="125000"/>
              </a:lnSpc>
              <a:spcBef>
                <a:spcPts val="1000"/>
              </a:spcBef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5">
            <a:extLst>
              <a:ext uri="{FF2B5EF4-FFF2-40B4-BE49-F238E27FC236}">
                <a16:creationId xmlns:a16="http://schemas.microsoft.com/office/drawing/2014/main" id="{3C87561D-53CF-4295-8BCE-C9ACAA1DE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63" y="4113212"/>
            <a:ext cx="11109999" cy="2201863"/>
          </a:xfrm>
          <a:gradFill flip="none" rotWithShape="0">
            <a:gsLst>
              <a:gs pos="0">
                <a:schemeClr val="bg1">
                  <a:alpha val="55000"/>
                </a:schemeClr>
              </a:gs>
              <a:gs pos="7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Date Placeholder 47">
            <a:extLst>
              <a:ext uri="{FF2B5EF4-FFF2-40B4-BE49-F238E27FC236}">
                <a16:creationId xmlns:a16="http://schemas.microsoft.com/office/drawing/2014/main" id="{A3B22F32-6863-413E-917C-18EA0DFB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Footer Placeholder 48">
            <a:extLst>
              <a:ext uri="{FF2B5EF4-FFF2-40B4-BE49-F238E27FC236}">
                <a16:creationId xmlns:a16="http://schemas.microsoft.com/office/drawing/2014/main" id="{C1CD5745-E602-4F82-9381-B24C8EF2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7" name="Slide Number Placeholder 49">
            <a:extLst>
              <a:ext uri="{FF2B5EF4-FFF2-40B4-BE49-F238E27FC236}">
                <a16:creationId xmlns:a16="http://schemas.microsoft.com/office/drawing/2014/main" id="{D8E278D8-BE28-49BF-B9CA-C6791780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233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C235F5-1E24-4AC0-9651-F632551F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6CF273-85C7-48C6-9D99-80CD0F67D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2DE76C3-E6D8-463F-8388-6F9C562B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DF242C-E687-4FAA-B4B3-1F220D40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65BE381-2126-47B0-85DE-51B889D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A890-F3B6-4230-8A2F-DD9E9465AD0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9625" y="2561936"/>
            <a:ext cx="10563225" cy="3657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42550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2C235F5-1E24-4AC0-9651-F632551F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6CF273-85C7-48C6-9D99-80CD0F67D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2DE76C3-E6D8-463F-8388-6F9C562B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DF242C-E687-4FAA-B4B3-1F220D40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65BE381-2126-47B0-85DE-51B889D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90B97C32-7372-4D9A-A0A0-6F2241F038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3118" y="3087039"/>
            <a:ext cx="1911096" cy="196596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0378C377-A361-48E0-AEBC-9F12D9AD16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85564" y="3087039"/>
            <a:ext cx="1911096" cy="19659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7408FAD3-D2B3-44C7-9776-1AEE177A56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67111" y="3087039"/>
            <a:ext cx="1911096" cy="196596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95B69376-075E-4ADD-8951-7AA803ED98E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67360" y="3088342"/>
            <a:ext cx="1911096" cy="1965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4D140088-7437-40A4-915A-8C6A04006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4286" y="5184096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spc="2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8">
            <a:extLst>
              <a:ext uri="{FF2B5EF4-FFF2-40B4-BE49-F238E27FC236}">
                <a16:creationId xmlns:a16="http://schemas.microsoft.com/office/drawing/2014/main" id="{D16C6DA5-6E20-4278-987D-7F06BECD01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4286" y="5511730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81403DA3-24AD-4F2C-9B04-E13D2EF5EC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86732" y="5184096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spc="2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68071940-D84B-48FC-9C49-9EB10C4446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86732" y="5511730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1" name="Text Placeholder 28">
            <a:extLst>
              <a:ext uri="{FF2B5EF4-FFF2-40B4-BE49-F238E27FC236}">
                <a16:creationId xmlns:a16="http://schemas.microsoft.com/office/drawing/2014/main" id="{B869EEDF-B38E-4B02-A836-582FA3E2A5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68279" y="5184096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spc="2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Text Placeholder 28">
            <a:extLst>
              <a:ext uri="{FF2B5EF4-FFF2-40B4-BE49-F238E27FC236}">
                <a16:creationId xmlns:a16="http://schemas.microsoft.com/office/drawing/2014/main" id="{A1B45D02-512E-4317-A61D-1639AD95AD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68279" y="5511730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E1377BD2-8341-4854-881E-303D741C5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49826" y="5184096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spc="2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Picture Placeholder 23">
            <a:extLst>
              <a:ext uri="{FF2B5EF4-FFF2-40B4-BE49-F238E27FC236}">
                <a16:creationId xmlns:a16="http://schemas.microsoft.com/office/drawing/2014/main" id="{39ECBC97-0523-42EE-A0F9-81A4E7F3143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348658" y="3087039"/>
            <a:ext cx="1911096" cy="19659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Text Placeholder 28">
            <a:extLst>
              <a:ext uri="{FF2B5EF4-FFF2-40B4-BE49-F238E27FC236}">
                <a16:creationId xmlns:a16="http://schemas.microsoft.com/office/drawing/2014/main" id="{ECD13DCF-6BA5-4241-95C2-32CB56BE23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49826" y="5511730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71D9D9-A449-4928-BBE2-05CF4449893F}"/>
              </a:ext>
            </a:extLst>
          </p:cNvPr>
          <p:cNvSpPr/>
          <p:nvPr userDrawn="1"/>
        </p:nvSpPr>
        <p:spPr>
          <a:xfrm>
            <a:off x="1080703" y="5799397"/>
            <a:ext cx="1506521" cy="265121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502C5E1A-5CD2-42BD-8EAB-BB309DC5EE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68528" y="5184096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spc="20" baseline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6383F6A4-E7F2-4684-B438-F6D0FBCEAB1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68528" y="5511730"/>
            <a:ext cx="1508760" cy="347662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0" spc="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3380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0A929-3212-4520-8030-2AD44A0AAA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5163" y="2438400"/>
            <a:ext cx="10852150" cy="39639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73B8BD-0598-4710-9900-CFD86826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00" y="542671"/>
            <a:ext cx="10026650" cy="1124202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0E68B-56A3-4BC6-8CCD-6708C87D0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52664"/>
            <a:ext cx="12192000" cy="4605336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2DF9CC0-EB78-4426-B0D6-62268D2F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10167B9-B6A1-4C18-A11C-5E41BDB0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8D2EB3-722B-4A95-8F0C-E4BBA5E5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50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531815"/>
            <a:ext cx="10026650" cy="69691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664AFF-309D-433B-B3F0-84A98A207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680433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11FC24B6-E967-42A6-8F96-DBB1BFE196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4793" y="2119211"/>
            <a:ext cx="4360512" cy="55245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227584E0-1796-45AE-A691-1918676D9C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4443" y="2671626"/>
            <a:ext cx="4360862" cy="3215781"/>
          </a:xfrm>
        </p:spPr>
        <p:txBody>
          <a:bodyPr>
            <a:normAutofit/>
          </a:bodyPr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C7E3698B-A426-409C-94D0-F06ECD410B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59649" y="2119211"/>
            <a:ext cx="4360512" cy="55245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D2F2C5F3-51E6-4531-9805-221591315C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9299" y="2671626"/>
            <a:ext cx="4360862" cy="3215781"/>
          </a:xfrm>
        </p:spPr>
        <p:txBody>
          <a:bodyPr>
            <a:normAutofit/>
          </a:bodyPr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E9465D8-1640-4D12-B086-59416AFCB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3072531" y="-2496283"/>
            <a:ext cx="6034235" cy="11610702"/>
            <a:chOff x="443748" y="446254"/>
            <a:chExt cx="3330000" cy="5760000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E7BE05B2-64AC-4F56-A098-D3A324E9D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V="1">
              <a:off x="443748" y="446254"/>
              <a:ext cx="3330000" cy="576000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60000" h="5760000">
                  <a:moveTo>
                    <a:pt x="6660000" y="5760000"/>
                  </a:moveTo>
                  <a:lnTo>
                    <a:pt x="0" y="576000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CFB6CFD5-710B-4FF7-B75B-0174B9B7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443748" y="6206254"/>
              <a:ext cx="3330000" cy="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  <a:gd name="connsiteX0" fmla="*/ 6660000 w 6660000"/>
                <a:gd name="connsiteY0" fmla="*/ 0 h 0"/>
                <a:gd name="connsiteX1" fmla="*/ 0 w 66600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0000">
                  <a:moveTo>
                    <a:pt x="6660000" y="0"/>
                  </a:moveTo>
                  <a:lnTo>
                    <a:pt x="0" y="0"/>
                  </a:lnTo>
                </a:path>
              </a:pathLst>
            </a:custGeom>
            <a:solidFill>
              <a:schemeClr val="tx2">
                <a:alpha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alpha val="70000"/>
                  </a:schemeClr>
                </a:solidFill>
              </a:endParaRPr>
            </a:p>
          </p:txBody>
        </p:sp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66A28EB2-7446-4114-8BD6-4CB90B849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3773748" y="446254"/>
              <a:ext cx="0" cy="576000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  <a:gd name="connsiteX0" fmla="*/ 0 w 0"/>
                <a:gd name="connsiteY0" fmla="*/ 5760000 h 5760000"/>
                <a:gd name="connsiteX1" fmla="*/ 0 w 0"/>
                <a:gd name="connsiteY1" fmla="*/ 0 h 57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760000">
                  <a:moveTo>
                    <a:pt x="0" y="5760000"/>
                  </a:moveTo>
                  <a:lnTo>
                    <a:pt x="0" y="0"/>
                  </a:lnTo>
                </a:path>
              </a:pathLst>
            </a:custGeom>
            <a:solidFill>
              <a:schemeClr val="tx2">
                <a:alpha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850689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DA6CE13-49E5-47C2-B720-1F236BBB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5" y="531815"/>
            <a:ext cx="10026650" cy="69691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A75683-8D5A-4D7B-AA95-90826766F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19649" y="1680433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0014AA73-5311-4055-A626-89D8E23FFD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1992" y="2112353"/>
            <a:ext cx="3303394" cy="55245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929F4BD4-95C1-49C1-8ADF-A14CD56758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1641" y="2664768"/>
            <a:ext cx="3303659" cy="3215781"/>
          </a:xfrm>
        </p:spPr>
        <p:txBody>
          <a:bodyPr>
            <a:normAutofit/>
          </a:bodyPr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92C6830C-1F44-4F12-B457-A08A9A6E5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53829" y="2112353"/>
            <a:ext cx="3303394" cy="55245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631066C0-5869-41D5-A6B8-519CA72AC0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53478" y="2664768"/>
            <a:ext cx="3303659" cy="3215781"/>
          </a:xfrm>
        </p:spPr>
        <p:txBody>
          <a:bodyPr>
            <a:normAutofit/>
          </a:bodyPr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49" name="Text Placeholder 23">
            <a:extLst>
              <a:ext uri="{FF2B5EF4-FFF2-40B4-BE49-F238E27FC236}">
                <a16:creationId xmlns:a16="http://schemas.microsoft.com/office/drawing/2014/main" id="{A05C520D-F031-4A59-B3AB-15CD169C1B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5931" y="2112353"/>
            <a:ext cx="3303394" cy="552450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accent5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918F424D-F90F-4352-B45D-8E23B4BA14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05666" y="2651053"/>
            <a:ext cx="3303659" cy="3215781"/>
          </a:xfrm>
        </p:spPr>
        <p:txBody>
          <a:bodyPr>
            <a:normAutofit/>
          </a:bodyPr>
          <a:lstStyle>
            <a:lvl1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insert text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CF1492E-55F0-4EDA-9C49-A4A834F40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28D135F-F70E-4CF5-8CAB-4B58BA02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0B1F2E7-88D6-4A13-81A3-A31E4E8D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A548AA1-D42E-4FED-9B69-F476E26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3072531" y="-2496283"/>
            <a:ext cx="6034235" cy="11610702"/>
            <a:chOff x="443748" y="446254"/>
            <a:chExt cx="3330000" cy="5760000"/>
          </a:xfrm>
        </p:grpSpPr>
        <p:sp>
          <p:nvSpPr>
            <p:cNvPr id="51" name="Rectangle 5">
              <a:extLst>
                <a:ext uri="{FF2B5EF4-FFF2-40B4-BE49-F238E27FC236}">
                  <a16:creationId xmlns:a16="http://schemas.microsoft.com/office/drawing/2014/main" id="{8C03BD57-8867-4998-B3F3-82125EA37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V="1">
              <a:off x="443748" y="446254"/>
              <a:ext cx="3330000" cy="576000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60000" h="5760000">
                  <a:moveTo>
                    <a:pt x="6660000" y="5760000"/>
                  </a:moveTo>
                  <a:lnTo>
                    <a:pt x="0" y="576000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AF4847DD-9F53-4840-86F2-4ADCD66C1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443748" y="6206254"/>
              <a:ext cx="3330000" cy="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  <a:gd name="connsiteX0" fmla="*/ 6660000 w 6660000"/>
                <a:gd name="connsiteY0" fmla="*/ 0 h 0"/>
                <a:gd name="connsiteX1" fmla="*/ 0 w 66600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0000">
                  <a:moveTo>
                    <a:pt x="6660000" y="0"/>
                  </a:moveTo>
                  <a:lnTo>
                    <a:pt x="0" y="0"/>
                  </a:lnTo>
                </a:path>
              </a:pathLst>
            </a:custGeom>
            <a:solidFill>
              <a:schemeClr val="tx2">
                <a:alpha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alpha val="70000"/>
                  </a:schemeClr>
                </a:solidFill>
              </a:endParaRPr>
            </a:p>
          </p:txBody>
        </p:sp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881FA255-D3EB-4D06-BDCA-3627242D6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 flipV="1">
              <a:off x="3773748" y="446254"/>
              <a:ext cx="0" cy="5760000"/>
            </a:xfrm>
            <a:custGeom>
              <a:avLst/>
              <a:gdLst>
                <a:gd name="connsiteX0" fmla="*/ 0 w 6660000"/>
                <a:gd name="connsiteY0" fmla="*/ 0 h 5760000"/>
                <a:gd name="connsiteX1" fmla="*/ 6660000 w 6660000"/>
                <a:gd name="connsiteY1" fmla="*/ 0 h 5760000"/>
                <a:gd name="connsiteX2" fmla="*/ 6660000 w 6660000"/>
                <a:gd name="connsiteY2" fmla="*/ 5760000 h 5760000"/>
                <a:gd name="connsiteX3" fmla="*/ 0 w 6660000"/>
                <a:gd name="connsiteY3" fmla="*/ 5760000 h 5760000"/>
                <a:gd name="connsiteX4" fmla="*/ 0 w 6660000"/>
                <a:gd name="connsiteY4" fmla="*/ 0 h 5760000"/>
                <a:gd name="connsiteX0" fmla="*/ 6660000 w 6751440"/>
                <a:gd name="connsiteY0" fmla="*/ 0 h 5760000"/>
                <a:gd name="connsiteX1" fmla="*/ 6660000 w 6751440"/>
                <a:gd name="connsiteY1" fmla="*/ 5760000 h 5760000"/>
                <a:gd name="connsiteX2" fmla="*/ 0 w 6751440"/>
                <a:gd name="connsiteY2" fmla="*/ 5760000 h 5760000"/>
                <a:gd name="connsiteX3" fmla="*/ 0 w 6751440"/>
                <a:gd name="connsiteY3" fmla="*/ 0 h 5760000"/>
                <a:gd name="connsiteX4" fmla="*/ 6751440 w 6751440"/>
                <a:gd name="connsiteY4" fmla="*/ 9144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4" fmla="*/ 5068690 w 6660000"/>
                <a:gd name="connsiteY4" fmla="*/ 224790 h 5760000"/>
                <a:gd name="connsiteX0" fmla="*/ 6660000 w 6660000"/>
                <a:gd name="connsiteY0" fmla="*/ 0 h 5760000"/>
                <a:gd name="connsiteX1" fmla="*/ 6660000 w 6660000"/>
                <a:gd name="connsiteY1" fmla="*/ 5760000 h 5760000"/>
                <a:gd name="connsiteX2" fmla="*/ 0 w 6660000"/>
                <a:gd name="connsiteY2" fmla="*/ 5760000 h 5760000"/>
                <a:gd name="connsiteX3" fmla="*/ 0 w 6660000"/>
                <a:gd name="connsiteY3" fmla="*/ 0 h 5760000"/>
                <a:gd name="connsiteX0" fmla="*/ 6660000 w 6660000"/>
                <a:gd name="connsiteY0" fmla="*/ 5760000 h 5760000"/>
                <a:gd name="connsiteX1" fmla="*/ 0 w 6660000"/>
                <a:gd name="connsiteY1" fmla="*/ 5760000 h 5760000"/>
                <a:gd name="connsiteX2" fmla="*/ 0 w 6660000"/>
                <a:gd name="connsiteY2" fmla="*/ 0 h 5760000"/>
                <a:gd name="connsiteX0" fmla="*/ 0 w 0"/>
                <a:gd name="connsiteY0" fmla="*/ 5760000 h 5760000"/>
                <a:gd name="connsiteX1" fmla="*/ 0 w 0"/>
                <a:gd name="connsiteY1" fmla="*/ 0 h 57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760000">
                  <a:moveTo>
                    <a:pt x="0" y="5760000"/>
                  </a:moveTo>
                  <a:lnTo>
                    <a:pt x="0" y="0"/>
                  </a:lnTo>
                </a:path>
              </a:pathLst>
            </a:custGeom>
            <a:solidFill>
              <a:schemeClr val="tx2">
                <a:alpha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76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36F7FC-6006-4472-BC70-30C283ABC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3345950" cy="2303213"/>
          </a:xfrm>
        </p:spPr>
        <p:txBody>
          <a:bodyPr anchor="ctr" anchorCtr="0"/>
          <a:lstStyle>
            <a:lvl1pPr algn="ctr">
              <a:defRPr/>
            </a:lvl1pPr>
          </a:lstStyle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65A73B-104E-43C7-BBEC-C2B3D52E1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E0F1ED-567A-464B-A7AB-53B58F510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552" y="540000"/>
            <a:ext cx="6107460" cy="2303213"/>
          </a:xfrm>
        </p:spPr>
        <p:txBody>
          <a:bodyPr anchor="ctr">
            <a:normAutofit/>
          </a:bodyPr>
          <a:lstStyle>
            <a:lvl1pPr marL="0" indent="0" algn="l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745F42-F11E-4295-BA16-71120E66B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29000"/>
            <a:ext cx="12192000" cy="3428999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49B51FEE-9706-46CF-8CEF-5E1F009FFF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1338" y="4011613"/>
            <a:ext cx="2578100" cy="23034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4" name="Picture Placeholder 18">
            <a:extLst>
              <a:ext uri="{FF2B5EF4-FFF2-40B4-BE49-F238E27FC236}">
                <a16:creationId xmlns:a16="http://schemas.microsoft.com/office/drawing/2014/main" id="{C2EE5695-74F8-4071-8805-A537486F221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84863" y="4011331"/>
            <a:ext cx="2578100" cy="23034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5" name="Picture Placeholder 18">
            <a:extLst>
              <a:ext uri="{FF2B5EF4-FFF2-40B4-BE49-F238E27FC236}">
                <a16:creationId xmlns:a16="http://schemas.microsoft.com/office/drawing/2014/main" id="{426DBDB7-E494-4BDA-BD74-10D41918C0A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28887" y="4011331"/>
            <a:ext cx="2578100" cy="23034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10C3059-EF0D-4175-A421-E59E738E9A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72912" y="4011331"/>
            <a:ext cx="2578100" cy="230346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23808ED-A697-419E-B2B9-925BC804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2CBC00E-8DBE-41F7-B5EC-A273F718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C8BA04E-DB40-4D07-9B73-37122A90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374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EF848A-75B5-49A0-A26E-E3931F22D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26" y="1089025"/>
            <a:ext cx="4451349" cy="1532951"/>
          </a:xfrm>
        </p:spPr>
        <p:txBody>
          <a:bodyPr anchor="b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D20A319-635D-423F-BBAC-55CDC178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0326" y="4248000"/>
            <a:ext cx="4451349" cy="1520975"/>
          </a:xfrm>
        </p:spPr>
        <p:txBody>
          <a:bodyPr/>
          <a:lstStyle>
            <a:lvl1pPr marL="0" indent="0" algn="ctr">
              <a:buNone/>
              <a:defRPr i="1"/>
            </a:lvl1pPr>
          </a:lstStyle>
          <a:p>
            <a:endParaRPr lang="en-US" dirty="0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2A95A91B-7863-4D63-9D9B-EB1E440C1D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9750" y="539750"/>
            <a:ext cx="2768600" cy="57785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id="{AC55B2B7-A24A-4F78-B673-918F440A12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883400" y="540000"/>
            <a:ext cx="2768600" cy="57785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F2472D78-AA98-4F36-B6D6-73FDDFED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389A6CF9-7AEC-41F9-B68D-D7919EE0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Presentation Title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D01CF4E0-7641-49C6-B4CE-27534439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FB269-EE5A-41D3-BCD6-D9F59CE69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54952" y="3043393"/>
            <a:ext cx="1481845" cy="787628"/>
            <a:chOff x="4987925" y="2840038"/>
            <a:chExt cx="2216150" cy="11779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5469245-EBD6-4BF4-B555-140F59F51604}"/>
                </a:ext>
              </a:extLst>
            </p:cNvPr>
            <p:cNvSpPr/>
            <p:nvPr/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9BCC58-7D38-43ED-B78C-2D780660AA2B}"/>
                </a:ext>
              </a:extLst>
            </p:cNvPr>
            <p:cNvSpPr/>
            <p:nvPr/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8F2EBB-150B-4044-A215-E7B7EAD7429A}"/>
                </a:ext>
              </a:extLst>
            </p:cNvPr>
            <p:cNvSpPr/>
            <p:nvPr/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3CC0AD8-7413-4C81-9A62-702945CC3BE8}"/>
                </a:ext>
              </a:extLst>
            </p:cNvPr>
            <p:cNvGrpSpPr/>
            <p:nvPr/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2502799B-0C00-4D54-A631-1E79EAA52AFC}"/>
                  </a:ext>
                </a:extLst>
              </p:cNvPr>
              <p:cNvSpPr/>
              <p:nvPr/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4E9F509-6627-4770-8A74-970F83C54B15}"/>
                  </a:ext>
                </a:extLst>
              </p:cNvPr>
              <p:cNvSpPr/>
              <p:nvPr/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Ligh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187A2A-8F72-40F1-B320-D3B624B54859}"/>
                </a:ext>
              </a:extLst>
            </p:cNvPr>
            <p:cNvGrpSpPr/>
            <p:nvPr/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38DCBEB-9435-4A10-828C-CBFA74A08708}"/>
                  </a:ext>
                </a:extLst>
              </p:cNvPr>
              <p:cNvGrpSpPr/>
              <p:nvPr/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A8CE8E01-DABF-4783-A397-EDB1A91E2950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6401896A-2EF5-4843-9DC5-ECC0D6F6A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B7C02DC-3E0A-45D2-859A-86EB5A3CF979}"/>
                  </a:ext>
                </a:extLst>
              </p:cNvPr>
              <p:cNvGrpSpPr/>
              <p:nvPr/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C5170D8C-ECD3-41D1-83F4-8C2A4AEC277D}"/>
                    </a:ext>
                  </a:extLst>
                </p:cNvPr>
                <p:cNvSpPr/>
                <p:nvPr/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venir Next LT Pro Light"/>
                    <a:ea typeface="+mn-ea"/>
                    <a:cs typeface="+mn-cs"/>
                  </a:endParaRPr>
                </a:p>
              </p:txBody>
            </p: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ADB4C03-0F86-4580-B0C9-48DD4B3B6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076992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231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2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03501C3-C301-490F-A129-5C468AEC9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8784" y="267067"/>
            <a:ext cx="3884962" cy="1264850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Cooper Black" panose="0208090404030B020404" pitchFamily="18" charset="0"/>
              </a:rPr>
              <a:t>TULSI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C3F3DE7-4288-44D0-9E2E-8E5B9936A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6051" y="3740726"/>
            <a:ext cx="3884961" cy="2558473"/>
          </a:xfrm>
        </p:spPr>
        <p:txBody>
          <a:bodyPr>
            <a:noAutofit/>
          </a:bodyPr>
          <a:lstStyle/>
          <a:p>
            <a:r>
              <a:rPr lang="en-US" sz="2800" b="1" dirty="0"/>
              <a:t>07_Rabin Nadar</a:t>
            </a:r>
          </a:p>
          <a:p>
            <a:r>
              <a:rPr lang="en-US" sz="2800" b="1" dirty="0"/>
              <a:t>S.Y </a:t>
            </a:r>
            <a:r>
              <a:rPr lang="en-US" sz="2800" b="1" dirty="0" err="1"/>
              <a:t>B.Sc</a:t>
            </a:r>
            <a:r>
              <a:rPr lang="en-US" sz="2800" b="1" dirty="0"/>
              <a:t> IT</a:t>
            </a:r>
          </a:p>
          <a:p>
            <a:r>
              <a:rPr lang="en-US" sz="2800" b="1" dirty="0" err="1"/>
              <a:t>Anandibai</a:t>
            </a:r>
            <a:r>
              <a:rPr lang="en-US" sz="2800" b="1" dirty="0"/>
              <a:t> Damodar Kale Degree College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BF82E292-DFEA-41F7-8541-66C7DFE60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443748" y="443198"/>
            <a:ext cx="6660000" cy="5760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19F5B-13F9-EF7D-EB74-9EE4F5455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35" y="2641819"/>
            <a:ext cx="2486025" cy="1838325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3243136-38E5-09CE-BDF1-AE9929DDDE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7177" r="71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75368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E0F762A-3D12-4AF4-BB58-779B598A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540000"/>
            <a:ext cx="4426782" cy="1331637"/>
          </a:xfrm>
        </p:spPr>
        <p:txBody>
          <a:bodyPr/>
          <a:lstStyle/>
          <a:p>
            <a:r>
              <a:rPr lang="en-US" dirty="0"/>
              <a:t>AN overview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47B45E0-C5BD-427A-B5F6-0236AE523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2759076"/>
            <a:ext cx="4460874" cy="3009899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latin typeface="Söhne"/>
              </a:rPr>
              <a:t>The Tulsi plant, also known as Holy Basil, is a sacred herb in Hinduism and is revered in traditional Indian culture for its spiritual and medicinal properties.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6EB35-23AE-4757-92AF-EE56F1E7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>
            <a:normAutofit/>
          </a:bodyPr>
          <a:lstStyle/>
          <a:p>
            <a:pPr lvl="0"/>
            <a:r>
              <a:rPr lang="en-US" sz="2000" b="1" noProof="0" dirty="0" err="1"/>
              <a:t>tulsi</a:t>
            </a:r>
            <a:endParaRPr lang="en-US" sz="2000" b="1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53116-ECE5-47FC-98C5-2D0EB358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lvl="0"/>
            <a:fld id="{D39607A7-8386-47DB-8578-DDEDD194E5D4}" type="slidenum">
              <a:rPr lang="en-US" noProof="0" smtClean="0"/>
              <a:pPr lvl="0"/>
              <a:t>2</a:t>
            </a:fld>
            <a:endParaRPr lang="en-US" noProof="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F954448-DD69-4037-D211-BF3CB5FCD9B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376" b="3376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8BCD4B74-6691-B319-E576-B248ABCD479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4877" r="48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0443DD8-CE2B-4A5C-BF24-0B51AA63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0" y="1011237"/>
            <a:ext cx="6120000" cy="860400"/>
          </a:xfrm>
        </p:spPr>
        <p:txBody>
          <a:bodyPr/>
          <a:lstStyle/>
          <a:p>
            <a:r>
              <a:rPr lang="en-US" b="1" dirty="0"/>
              <a:t>IMPORTANCE of </a:t>
            </a:r>
            <a:r>
              <a:rPr lang="en-US" b="1" dirty="0" err="1"/>
              <a:t>tulsi</a:t>
            </a:r>
            <a:endParaRPr lang="en-US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5F5AC9F-EF54-40AF-AE88-F588E9C3E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0" y="2759076"/>
            <a:ext cx="6121400" cy="30098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i="0" dirty="0">
                <a:solidFill>
                  <a:schemeClr val="tx1"/>
                </a:solidFill>
                <a:effectLst/>
                <a:latin typeface="Söhne"/>
              </a:rPr>
              <a:t>Medicinal Properties.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Söhne"/>
              </a:rPr>
              <a:t>Environmental Benefits.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Söhne"/>
              </a:rPr>
              <a:t>Mental Well-being.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54943-CA7B-4463-A051-5F3076D3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>
            <a:normAutofit/>
          </a:bodyPr>
          <a:lstStyle/>
          <a:p>
            <a:pPr lvl="0"/>
            <a:r>
              <a:rPr lang="en-US" sz="2400" b="1" noProof="0" dirty="0" err="1"/>
              <a:t>tulsi</a:t>
            </a:r>
            <a:endParaRPr lang="en-US" sz="2400" b="1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CE196-604E-4BF8-BB2E-9D55B1D9E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lvl="0"/>
            <a:fld id="{D39607A7-8386-47DB-8578-DDEDD194E5D4}" type="slidenum">
              <a:rPr lang="en-US" noProof="0" smtClean="0"/>
              <a:pPr lvl="0"/>
              <a:t>3</a:t>
            </a:fld>
            <a:endParaRPr lang="en-US" noProof="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4268285-0924-084F-0B99-2A529438235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1782" r="217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4239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AE7C10E-9A6E-4CE9-AF56-531C32852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1" y="83127"/>
            <a:ext cx="6118224" cy="1116281"/>
          </a:xfrm>
        </p:spPr>
        <p:txBody>
          <a:bodyPr/>
          <a:lstStyle/>
          <a:p>
            <a:r>
              <a:rPr lang="en-US" b="1" dirty="0"/>
              <a:t>USES OF TULSI IN </a:t>
            </a:r>
            <a:r>
              <a:rPr lang="en-US" b="1" dirty="0" err="1"/>
              <a:t>AYURVEDa</a:t>
            </a:r>
            <a:endParaRPr lang="en-US" b="1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E400A73-803C-4AE7-A0AA-AAFF2AFA8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1508166"/>
            <a:ext cx="5016500" cy="4260809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Immune system support.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Respiratory health.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Stress and anxiety relief.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Digestive support.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Skin health.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800" b="1" i="0" dirty="0">
                <a:effectLst/>
                <a:latin typeface="Söhne"/>
              </a:rPr>
              <a:t>Oral health.</a:t>
            </a:r>
            <a:endParaRPr lang="en-US" sz="2800" b="1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C3C74AB-EF04-ACFE-E479-E2A5F331FB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3A9814E-1D65-9382-1EFD-7E48C2EFD1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C6A514B6-A48B-1215-CEF6-734EED8730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0407" b="20407"/>
          <a:stretch>
            <a:fillRect/>
          </a:stretch>
        </p:blipFill>
        <p:spPr>
          <a:xfrm>
            <a:off x="8329197" y="-1"/>
            <a:ext cx="3868900" cy="6858001"/>
          </a:xfrm>
        </p:spPr>
      </p:pic>
    </p:spTree>
    <p:extLst>
      <p:ext uri="{BB962C8B-B14F-4D97-AF65-F5344CB8AC3E}">
        <p14:creationId xmlns:p14="http://schemas.microsoft.com/office/powerpoint/2010/main" val="206014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866279D-9748-51C6-0FC2-6886B8E1A4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7253" y="291585"/>
            <a:ext cx="11109663" cy="55501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BBC12D-A7C5-FACE-83A0-5B56E077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452" y="4607626"/>
            <a:ext cx="6258296" cy="6175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THANK YOU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A15E2B3-0501-EF51-22C0-059381F21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663" y="4726379"/>
            <a:ext cx="11109999" cy="1588696"/>
          </a:xfrm>
        </p:spPr>
        <p:txBody>
          <a:bodyPr/>
          <a:lstStyle/>
          <a:p>
            <a:r>
              <a:rPr lang="en-US" b="1" dirty="0"/>
              <a:t>07_RABIN NADAR</a:t>
            </a:r>
          </a:p>
          <a:p>
            <a:r>
              <a:rPr lang="en-US" b="1" dirty="0"/>
              <a:t>S.Y </a:t>
            </a:r>
            <a:r>
              <a:rPr lang="en-US" b="1" dirty="0" err="1"/>
              <a:t>B.Sc</a:t>
            </a:r>
            <a:r>
              <a:rPr lang="en-US" b="1" dirty="0"/>
              <a:t> IT</a:t>
            </a:r>
          </a:p>
          <a:p>
            <a:r>
              <a:rPr lang="en-US" b="1" dirty="0"/>
              <a:t>ANANDIBAI DAMODAR KALE DEGREE COLLEGE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47F58-3593-2C3F-9CCE-0C021F6F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 dirty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TULSI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8D3DC-07DD-702B-3234-2A283F8D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pic>
        <p:nvPicPr>
          <p:cNvPr id="12" name="Picture Placeholder 8">
            <a:extLst>
              <a:ext uri="{FF2B5EF4-FFF2-40B4-BE49-F238E27FC236}">
                <a16:creationId xmlns:a16="http://schemas.microsoft.com/office/drawing/2014/main" id="{73847A1D-5609-EA6D-3C30-F140D78D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25" b="9225"/>
          <a:stretch>
            <a:fillRect/>
          </a:stretch>
        </p:blipFill>
        <p:spPr>
          <a:xfrm>
            <a:off x="4589918" y="291585"/>
            <a:ext cx="3011488" cy="338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37268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1660C2-E4FB-4725-82B0-989555BC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90F83D-1171-41B3-8A0C-A2A1B5C3AC9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3A19464-B5CC-4C9F-9F2F-1C2E8CA1172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_LeafVTI</Template>
  <TotalTime>0</TotalTime>
  <Words>113</Words>
  <Application>Microsoft Office PowerPoint</Application>
  <PresentationFormat>Widescreen</PresentationFormat>
  <Paragraphs>29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Avenir Next LT Pro Light</vt:lpstr>
      <vt:lpstr>Calibri</vt:lpstr>
      <vt:lpstr>Cooper Black</vt:lpstr>
      <vt:lpstr>Rockwell Nova Light</vt:lpstr>
      <vt:lpstr>Söhne</vt:lpstr>
      <vt:lpstr>Wingdings</vt:lpstr>
      <vt:lpstr>LeafVTI</vt:lpstr>
      <vt:lpstr>TULSI</vt:lpstr>
      <vt:lpstr>AN overview</vt:lpstr>
      <vt:lpstr>IMPORTANCE of tulsi</vt:lpstr>
      <vt:lpstr>USES OF TULSI IN AYURVEDa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2021-05-07T09:09:58Z</dcterms:created>
  <dcterms:modified xsi:type="dcterms:W3CDTF">2023-07-28T16:01:32Z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